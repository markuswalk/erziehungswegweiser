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ba960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10000" cy="5143500"/>
          </a:xfrm>
          <a:prstGeom prst="rect">
            <a:avLst/>
          </a:prstGeom>
        </p:spPr>
      </p:pic>
      <p:pic>
        <p:nvPicPr>
          <p:cNvPr id="3" name="Image 1" descr="/tmp/rasterized-gradient-98c97b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08992" y="181373"/>
            <a:ext cx="7620000" cy="5809455"/>
          </a:xfrm>
          <a:prstGeom prst="rect">
            <a:avLst/>
          </a:prstGeom>
        </p:spPr>
      </p:pic>
      <p:pic>
        <p:nvPicPr>
          <p:cNvPr id="4" name="Image 2" descr="/tmp/rasterized-gradient-57b1769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9718"/>
            <a:ext cx="7620000" cy="5810164"/>
          </a:xfrm>
          <a:prstGeom prst="rect">
            <a:avLst/>
          </a:prstGeom>
        </p:spPr>
      </p:pic>
      <p:pic>
        <p:nvPicPr>
          <p:cNvPr id="5" name="Image 3" descr="/tmp/rasterized-gradient-17f076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38418"/>
            <a:ext cx="7620000" cy="5810164"/>
          </a:xfrm>
          <a:prstGeom prst="rect">
            <a:avLst/>
          </a:prstGeom>
        </p:spPr>
      </p:pic>
      <p:pic>
        <p:nvPicPr>
          <p:cNvPr id="6" name="Image 4" descr="/tmp/rasterized-gradient-3e86f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67118"/>
            <a:ext cx="7620000" cy="581016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267200" y="1596479"/>
            <a:ext cx="2768918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Trends</a:t>
            </a:r>
            <a:endParaRPr lang="en-US" sz="48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sz="4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2026</a:t>
            </a:r>
            <a:endParaRPr lang="en-US" sz="4800" dirty="0"/>
          </a:p>
        </p:txBody>
      </p:sp>
      <p:sp>
        <p:nvSpPr>
          <p:cNvPr id="8" name="Text 1"/>
          <p:cNvSpPr/>
          <p:nvPr/>
        </p:nvSpPr>
        <p:spPr>
          <a:xfrm>
            <a:off x="4267200" y="3204121"/>
            <a:ext cx="49743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wave of digital transformation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b84a6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250" y="381000"/>
            <a:ext cx="2857500" cy="266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14750" y="9144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8B7FFF"/>
          </a:solidFill>
          <a:ln/>
          <a:effectLst>
            <a:outerShdw sx="100000" sy="100000" kx="0" ky="0" algn="bl" rotWithShape="0" blurRad="190500" dist="50800" dir="16200000">
              <a:srgbClr val="8b7fff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0" y="14478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8B7FFF"/>
          </a:solidFill>
          <a:ln/>
          <a:effectLst>
            <a:outerShdw sx="100000" sy="100000" kx="0" ky="0" algn="bl" rotWithShape="0" blurRad="190500" dist="50800" dir="16200000">
              <a:srgbClr val="8b7fff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000500" y="19812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8B7FFF"/>
          </a:solidFill>
          <a:ln/>
          <a:effectLst>
            <a:outerShdw sx="100000" sy="100000" kx="0" ky="0" algn="bl" rotWithShape="0" blurRad="190500" dist="50800" dir="16200000">
              <a:srgbClr val="8b7fff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857750" y="25146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8B7FFF"/>
          </a:solidFill>
          <a:ln/>
          <a:effectLst>
            <a:outerShdw sx="100000" sy="100000" kx="0" ky="0" algn="bl" rotWithShape="0" blurRad="190500" dist="50800" dir="16200000">
              <a:srgbClr val="8b7fff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572000" y="11811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8B7FFF"/>
          </a:solidFill>
          <a:ln/>
          <a:effectLst>
            <a:outerShdw sx="100000" sy="100000" kx="0" ky="0" algn="bl" rotWithShape="0" blurRad="190500" dist="50800" dir="16200000">
              <a:srgbClr val="8b7fff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429250" y="22479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8B7FFF"/>
          </a:solidFill>
          <a:ln/>
          <a:effectLst>
            <a:outerShdw sx="100000" sy="100000" kx="0" ky="0" algn="bl" rotWithShape="0" blurRad="190500" dist="50800" dir="16200000">
              <a:srgbClr val="8b7fff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535327" y="3562350"/>
            <a:ext cx="207319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302913" y="4210050"/>
            <a:ext cx="25381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or section description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4ff21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81000"/>
            <a:ext cx="3238500" cy="4381500"/>
          </a:xfrm>
          <a:prstGeom prst="rect">
            <a:avLst/>
          </a:prstGeom>
        </p:spPr>
      </p:pic>
      <p:pic>
        <p:nvPicPr>
          <p:cNvPr id="3" name="Image 1" descr="/tmp/rasterized-gradient-049735d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190625"/>
            <a:ext cx="762000" cy="762000"/>
          </a:xfrm>
          <a:prstGeom prst="rect">
            <a:avLst/>
          </a:prstGeom>
        </p:spPr>
      </p:pic>
      <p:pic>
        <p:nvPicPr>
          <p:cNvPr id="4" name="Image 2" descr="/tmp/rasterized-gradient-2fee292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1190625"/>
            <a:ext cx="762000" cy="762000"/>
          </a:xfrm>
          <a:prstGeom prst="rect">
            <a:avLst/>
          </a:prstGeom>
        </p:spPr>
      </p:pic>
      <p:pic>
        <p:nvPicPr>
          <p:cNvPr id="5" name="Image 3" descr="/tmp/rasterized-gradient-dca66ab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1190625"/>
            <a:ext cx="762000" cy="762000"/>
          </a:xfrm>
          <a:prstGeom prst="rect">
            <a:avLst/>
          </a:prstGeom>
        </p:spPr>
      </p:pic>
      <p:pic>
        <p:nvPicPr>
          <p:cNvPr id="6" name="Image 4" descr="/tmp/rasterized-gradient-58d5b0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50" y="3190875"/>
            <a:ext cx="762000" cy="762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076700" y="1405979"/>
            <a:ext cx="4780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1</a:t>
            </a:r>
            <a:endParaRPr lang="en-US" sz="1050" dirty="0"/>
          </a:p>
        </p:txBody>
      </p:sp>
      <p:sp>
        <p:nvSpPr>
          <p:cNvPr id="8" name="Text 1"/>
          <p:cNvSpPr/>
          <p:nvPr/>
        </p:nvSpPr>
        <p:spPr>
          <a:xfrm>
            <a:off x="4076700" y="1885950"/>
            <a:ext cx="2720340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Disruption: From Reaction To Reinvention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4076700" y="2746772"/>
            <a:ext cx="4780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transformation</a:t>
            </a:r>
            <a:endParaRPr lang="en-US" sz="1125" dirty="0"/>
          </a:p>
        </p:txBody>
      </p:sp>
      <p:sp>
        <p:nvSpPr>
          <p:cNvPr id="10" name="Text 3"/>
          <p:cNvSpPr/>
          <p:nvPr/>
        </p:nvSpPr>
        <p:spPr>
          <a:xfrm>
            <a:off x="4076700" y="3280172"/>
            <a:ext cx="4780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move beyond fear to reimagine opportunities as AI reshapes healthcare, media, and daily life?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141065"/>
            <a:ext cx="3729038" cy="2861221"/>
          </a:xfrm>
          <a:prstGeom prst="roundRect">
            <a:avLst>
              <a:gd name="adj" fmla="val 26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6750" y="1464915"/>
            <a:ext cx="32206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6750" y="1944886"/>
            <a:ext cx="32206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Revolution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6750" y="2459236"/>
            <a:ext cx="322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automation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66750" y="2992636"/>
            <a:ext cx="3220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delegate planning and problem-solving to AI agents while maintaining control over our lives?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033963" y="1255365"/>
            <a:ext cx="3729038" cy="2632621"/>
          </a:xfrm>
          <a:prstGeom prst="roundRect">
            <a:avLst>
              <a:gd name="adj" fmla="val 289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19713" y="1579215"/>
            <a:ext cx="32206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19713" y="2059186"/>
            <a:ext cx="32206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Quantum Computing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19713" y="2573536"/>
            <a:ext cx="322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exponential progress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319713" y="3106936"/>
            <a:ext cx="3220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quantum systems move from research labs to transform finance, medicine, and logistics?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7e1b6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9750" y="1466850"/>
            <a:ext cx="5524500" cy="2209800"/>
          </a:xfrm>
          <a:prstGeom prst="roundRect">
            <a:avLst>
              <a:gd name="adj" fmla="val 344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240280" y="19431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future belongs to those who can adapt to exponential change"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240280" y="2895600"/>
            <a:ext cx="46634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Technology Analyst, 2026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0" y="800100"/>
            <a:ext cx="1905000" cy="1905000"/>
          </a:xfrm>
          <a:prstGeom prst="roundRect">
            <a:avLst>
              <a:gd name="adj" fmla="val 48000"/>
            </a:avLst>
          </a:prstGeom>
          <a:solidFill>
            <a:srgbClr val="0A0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51908" y="1732508"/>
            <a:ext cx="40035" cy="40035"/>
          </a:xfrm>
          <a:prstGeom prst="roundRect">
            <a:avLst>
              <a:gd name="adj" fmla="val 2284001"/>
            </a:avLst>
          </a:prstGeom>
          <a:noFill/>
          <a:ln w="19050">
            <a:solidFill>
              <a:srgbClr val="4FACF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52950" y="1733550"/>
            <a:ext cx="38100" cy="38100"/>
          </a:xfrm>
          <a:prstGeom prst="roundRect">
            <a:avLst>
              <a:gd name="adj" fmla="val 2400000"/>
            </a:avLst>
          </a:prstGeom>
          <a:noFill/>
          <a:ln w="19050">
            <a:solidFill>
              <a:srgbClr val="4FACF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52950" y="1733550"/>
            <a:ext cx="38100" cy="38100"/>
          </a:xfrm>
          <a:prstGeom prst="roundRect">
            <a:avLst>
              <a:gd name="adj" fmla="val 2400000"/>
            </a:avLst>
          </a:prstGeom>
          <a:noFill/>
          <a:ln w="19050">
            <a:solidFill>
              <a:srgbClr val="4FACF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69898" y="3314700"/>
            <a:ext cx="2204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48647" y="4038600"/>
            <a:ext cx="22465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65970"/>
            <a:ext cx="259403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81000" y="2091630"/>
            <a:ext cx="506730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 requires trust and adaptation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 will reshape workflows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computing reaches practical applications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experiences become truly immersive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monetization adapts to AI era</a:t>
            </a:r>
            <a:endParaRPr lang="en-US" sz="1350" dirty="0"/>
          </a:p>
        </p:txBody>
      </p:sp>
      <p:pic>
        <p:nvPicPr>
          <p:cNvPr id="4" name="Image 0" descr="/tmp/rasterized-gradient-771bea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0" y="381000"/>
            <a:ext cx="2857500" cy="438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9830" y="1208306"/>
            <a:ext cx="91440" cy="91440"/>
          </a:xfrm>
          <a:prstGeom prst="roundRect">
            <a:avLst>
              <a:gd name="adj" fmla="val 10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505575" y="1196876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774180" y="1208306"/>
            <a:ext cx="91440" cy="91440"/>
          </a:xfrm>
          <a:prstGeom prst="roundRect">
            <a:avLst>
              <a:gd name="adj" fmla="val 10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019925" y="1196876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288530" y="1208306"/>
            <a:ext cx="91440" cy="91440"/>
          </a:xfrm>
          <a:prstGeom prst="roundRect">
            <a:avLst>
              <a:gd name="adj" fmla="val 10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534275" y="1196876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802880" y="1208306"/>
            <a:ext cx="91440" cy="91440"/>
          </a:xfrm>
          <a:prstGeom prst="roundRect">
            <a:avLst>
              <a:gd name="adj" fmla="val 10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048625" y="1196876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317230" y="1208306"/>
            <a:ext cx="91440" cy="91440"/>
          </a:xfrm>
          <a:prstGeom prst="roundRect">
            <a:avLst>
              <a:gd name="adj" fmla="val 10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48400" y="2514451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517005" y="2525881"/>
            <a:ext cx="91440" cy="91440"/>
          </a:xfrm>
          <a:prstGeom prst="roundRect">
            <a:avLst>
              <a:gd name="adj" fmla="val 10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762750" y="2514451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031355" y="2525881"/>
            <a:ext cx="91440" cy="91440"/>
          </a:xfrm>
          <a:prstGeom prst="roundRect">
            <a:avLst>
              <a:gd name="adj" fmla="val 10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277100" y="2514451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545705" y="2525881"/>
            <a:ext cx="91440" cy="91440"/>
          </a:xfrm>
          <a:prstGeom prst="roundRect">
            <a:avLst>
              <a:gd name="adj" fmla="val 10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791450" y="2514451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060055" y="2525881"/>
            <a:ext cx="91440" cy="91440"/>
          </a:xfrm>
          <a:prstGeom prst="roundRect">
            <a:avLst>
              <a:gd name="adj" fmla="val 10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305800" y="2514451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645593" y="3843457"/>
            <a:ext cx="91440" cy="91440"/>
          </a:xfrm>
          <a:prstGeom prst="roundRect">
            <a:avLst>
              <a:gd name="adj" fmla="val 10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891338" y="3832027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159943" y="3843457"/>
            <a:ext cx="91440" cy="91440"/>
          </a:xfrm>
          <a:prstGeom prst="roundRect">
            <a:avLst>
              <a:gd name="adj" fmla="val 10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405688" y="3832027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674293" y="3843457"/>
            <a:ext cx="91440" cy="91440"/>
          </a:xfrm>
          <a:prstGeom prst="roundRect">
            <a:avLst>
              <a:gd name="adj" fmla="val 10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920038" y="3832027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D5B9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6e2b7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81000"/>
            <a:ext cx="3238500" cy="4381500"/>
          </a:xfrm>
          <a:prstGeom prst="rect">
            <a:avLst/>
          </a:prstGeom>
        </p:spPr>
      </p:pic>
      <p:pic>
        <p:nvPicPr>
          <p:cNvPr id="3" name="Image 1" descr="/tmp/rasterized-gradient-1e784ec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804863"/>
            <a:ext cx="3886200" cy="28575"/>
          </a:xfrm>
          <a:prstGeom prst="rect">
            <a:avLst/>
          </a:prstGeom>
        </p:spPr>
      </p:pic>
      <p:pic>
        <p:nvPicPr>
          <p:cNvPr id="4" name="Image 2" descr="/tmp/rasterized-gradient-9601d85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628650"/>
            <a:ext cx="381000" cy="381000"/>
          </a:xfrm>
          <a:prstGeom prst="rect">
            <a:avLst/>
          </a:prstGeom>
          <a:effectLst>
            <a:outerShdw sx="100000" sy="100000" kx="0" ky="0" algn="bl" rotWithShape="0" blurRad="285750" dist="50800" dir="16200000">
              <a:srgbClr val="ff7a59">
                <a:alpha val="40000"/>
              </a:srgbClr>
            </a:outerShdw>
          </a:effectLst>
        </p:spPr>
      </p:pic>
      <p:pic>
        <p:nvPicPr>
          <p:cNvPr id="5" name="Image 3" descr="/tmp/rasterized-gradient-253c5de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" y="1681163"/>
            <a:ext cx="3886200" cy="28575"/>
          </a:xfrm>
          <a:prstGeom prst="rect">
            <a:avLst/>
          </a:prstGeom>
        </p:spPr>
      </p:pic>
      <p:pic>
        <p:nvPicPr>
          <p:cNvPr id="6" name="Image 4" descr="/tmp/rasterized-gradient-3ea6278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550" y="1504950"/>
            <a:ext cx="381000" cy="381000"/>
          </a:xfrm>
          <a:prstGeom prst="rect">
            <a:avLst/>
          </a:prstGeom>
          <a:effectLst>
            <a:outerShdw sx="100000" sy="100000" kx="0" ky="0" algn="bl" rotWithShape="0" blurRad="285750" dist="50800" dir="16200000">
              <a:srgbClr val="ff7a59">
                <a:alpha val="40000"/>
              </a:srgbClr>
            </a:outerShdw>
          </a:effectLst>
        </p:spPr>
      </p:pic>
      <p:pic>
        <p:nvPicPr>
          <p:cNvPr id="7" name="Image 5" descr="/tmp/rasterized-gradient-a161628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2557463"/>
            <a:ext cx="3886200" cy="28575"/>
          </a:xfrm>
          <a:prstGeom prst="rect">
            <a:avLst/>
          </a:prstGeom>
        </p:spPr>
      </p:pic>
      <p:pic>
        <p:nvPicPr>
          <p:cNvPr id="8" name="Image 6" descr="/tmp/rasterized-gradient-8e465b9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250" y="2381250"/>
            <a:ext cx="381000" cy="381000"/>
          </a:xfrm>
          <a:prstGeom prst="rect">
            <a:avLst/>
          </a:prstGeom>
          <a:effectLst>
            <a:outerShdw sx="100000" sy="100000" kx="0" ky="0" algn="bl" rotWithShape="0" blurRad="285750" dist="50800" dir="16200000">
              <a:srgbClr val="ff7a59">
                <a:alpha val="40000"/>
              </a:srgbClr>
            </a:outerShdw>
          </a:effectLst>
        </p:spPr>
      </p:pic>
      <p:pic>
        <p:nvPicPr>
          <p:cNvPr id="9" name="Image 7" descr="/tmp/rasterized-gradient-6351abc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" y="3433763"/>
            <a:ext cx="3886200" cy="28575"/>
          </a:xfrm>
          <a:prstGeom prst="rect">
            <a:avLst/>
          </a:prstGeom>
        </p:spPr>
      </p:pic>
      <p:pic>
        <p:nvPicPr>
          <p:cNvPr id="10" name="Image 8" descr="/tmp/rasterized-gradient-70fce53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7950" y="3257550"/>
            <a:ext cx="381000" cy="381000"/>
          </a:xfrm>
          <a:prstGeom prst="rect">
            <a:avLst/>
          </a:prstGeom>
          <a:effectLst>
            <a:outerShdw sx="100000" sy="100000" kx="0" ky="0" algn="bl" rotWithShape="0" blurRad="285750" dist="50800" dir="16200000">
              <a:srgbClr val="ff7a59">
                <a:alpha val="40000"/>
              </a:srgbClr>
            </a:outerShdw>
          </a:effectLst>
        </p:spPr>
      </p:pic>
      <p:pic>
        <p:nvPicPr>
          <p:cNvPr id="11" name="Image 9" descr="/tmp/rasterized-gradient-76cf817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" y="4310063"/>
            <a:ext cx="3886200" cy="28575"/>
          </a:xfrm>
          <a:prstGeom prst="rect">
            <a:avLst/>
          </a:prstGeom>
        </p:spPr>
      </p:pic>
      <p:pic>
        <p:nvPicPr>
          <p:cNvPr id="12" name="Image 10" descr="/tmp/rasterized-gradient-ef17c99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" y="4133850"/>
            <a:ext cx="381000" cy="381000"/>
          </a:xfrm>
          <a:prstGeom prst="rect">
            <a:avLst/>
          </a:prstGeom>
          <a:effectLst>
            <a:outerShdw sx="100000" sy="100000" kx="0" ky="0" algn="bl" rotWithShape="0" blurRad="285750" dist="50800" dir="16200000">
              <a:srgbClr val="ff7a59">
                <a:alpha val="40000"/>
              </a:srgbClr>
            </a:outerShdw>
          </a:effectLst>
        </p:spPr>
      </p:pic>
      <p:sp>
        <p:nvSpPr>
          <p:cNvPr id="13" name="Text 0"/>
          <p:cNvSpPr/>
          <p:nvPr/>
        </p:nvSpPr>
        <p:spPr>
          <a:xfrm>
            <a:off x="4076700" y="1554510"/>
            <a:ext cx="4780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6</a:t>
            </a:r>
            <a:endParaRPr lang="en-US" sz="1050" dirty="0"/>
          </a:p>
        </p:txBody>
      </p:sp>
      <p:sp>
        <p:nvSpPr>
          <p:cNvPr id="14" name="Text 1"/>
          <p:cNvSpPr/>
          <p:nvPr/>
        </p:nvSpPr>
        <p:spPr>
          <a:xfrm>
            <a:off x="4076700" y="2034480"/>
            <a:ext cx="269119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Bio-Digital Interface</a:t>
            </a:r>
            <a:endParaRPr lang="en-US" sz="1800" dirty="0"/>
          </a:p>
        </p:txBody>
      </p:sp>
      <p:sp>
        <p:nvSpPr>
          <p:cNvPr id="15" name="Text 2"/>
          <p:cNvSpPr/>
          <p:nvPr/>
        </p:nvSpPr>
        <p:spPr>
          <a:xfrm>
            <a:off x="4076700" y="2598241"/>
            <a:ext cx="4780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integration</a:t>
            </a:r>
            <a:endParaRPr lang="en-US" sz="1125" dirty="0"/>
          </a:p>
        </p:txBody>
      </p:sp>
      <p:sp>
        <p:nvSpPr>
          <p:cNvPr id="16" name="Text 3"/>
          <p:cNvSpPr/>
          <p:nvPr/>
        </p:nvSpPr>
        <p:spPr>
          <a:xfrm>
            <a:off x="4076700" y="3131641"/>
            <a:ext cx="4780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wearables and implants evolve, can we seamlessly merge biological data with digital systems for health and productivity?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98e9b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542925"/>
            <a:ext cx="3810000" cy="2381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7161" y="1123646"/>
            <a:ext cx="4323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6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096274" y="1123950"/>
            <a:ext cx="4323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6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4615386" y="1123950"/>
            <a:ext cx="4323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6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5134499" y="1123950"/>
            <a:ext cx="4323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60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6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2982150" y="3438525"/>
            <a:ext cx="31797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 to 2026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3050463" y="4048125"/>
            <a:ext cx="304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 of transformation and innovation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3238500" cy="43815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426244" y="819150"/>
            <a:ext cx="4857750" cy="9525"/>
          </a:xfrm>
          <a:prstGeom prst="rect">
            <a:avLst/>
          </a:prstGeom>
          <a:solidFill>
            <a:srgbClr val="8B7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330994" y="1695450"/>
            <a:ext cx="4857750" cy="9525"/>
          </a:xfrm>
          <a:prstGeom prst="rect">
            <a:avLst/>
          </a:prstGeom>
          <a:solidFill>
            <a:srgbClr val="8B7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240506" y="2571750"/>
            <a:ext cx="4857750" cy="9525"/>
          </a:xfrm>
          <a:prstGeom prst="rect">
            <a:avLst/>
          </a:prstGeom>
          <a:solidFill>
            <a:srgbClr val="8B7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335756" y="3448050"/>
            <a:ext cx="4857750" cy="9525"/>
          </a:xfrm>
          <a:prstGeom prst="rect">
            <a:avLst/>
          </a:prstGeom>
          <a:solidFill>
            <a:srgbClr val="8B7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-426244" y="4324350"/>
            <a:ext cx="4857750" cy="9525"/>
          </a:xfrm>
          <a:prstGeom prst="rect">
            <a:avLst/>
          </a:prstGeom>
          <a:solidFill>
            <a:srgbClr val="8B7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850" y="-711994"/>
            <a:ext cx="9525" cy="6572250"/>
          </a:xfrm>
          <a:prstGeom prst="rect">
            <a:avLst/>
          </a:prstGeom>
          <a:solidFill>
            <a:srgbClr val="8B7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52550" y="-592931"/>
            <a:ext cx="9525" cy="6572250"/>
          </a:xfrm>
          <a:prstGeom prst="rect">
            <a:avLst/>
          </a:prstGeom>
          <a:solidFill>
            <a:srgbClr val="8B7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00250" y="-573881"/>
            <a:ext cx="9525" cy="6572250"/>
          </a:xfrm>
          <a:prstGeom prst="rect">
            <a:avLst/>
          </a:prstGeom>
          <a:solidFill>
            <a:srgbClr val="8B7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47950" y="-692944"/>
            <a:ext cx="9525" cy="6572250"/>
          </a:xfrm>
          <a:prstGeom prst="rect">
            <a:avLst/>
          </a:prstGeom>
          <a:solidFill>
            <a:srgbClr val="8B7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95650" y="-616744"/>
            <a:ext cx="9525" cy="6572250"/>
          </a:xfrm>
          <a:prstGeom prst="rect">
            <a:avLst/>
          </a:prstGeom>
          <a:solidFill>
            <a:srgbClr val="8B7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76700" y="1554510"/>
            <a:ext cx="4780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76700" y="2034480"/>
            <a:ext cx="410965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Physical Infrastructure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76700" y="2598241"/>
            <a:ext cx="4780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the collective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076700" y="3131641"/>
            <a:ext cx="4780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token-incentivized networks build and operate real-world infrastructure like energy grids or Wi-Fi hotspots?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a1756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81000"/>
            <a:ext cx="3238500" cy="4381500"/>
          </a:xfrm>
          <a:prstGeom prst="rect">
            <a:avLst/>
          </a:prstGeom>
        </p:spPr>
      </p:pic>
      <p:pic>
        <p:nvPicPr>
          <p:cNvPr id="3" name="Image 1" descr="/tmp/rasterized-gradient-ae4dc8c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698266"/>
            <a:ext cx="3886200" cy="775167"/>
          </a:xfrm>
          <a:prstGeom prst="rect">
            <a:avLst/>
          </a:prstGeom>
        </p:spPr>
      </p:pic>
      <p:pic>
        <p:nvPicPr>
          <p:cNvPr id="4" name="Image 2" descr="/tmp/rasterized-gradient-d984be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1722845"/>
            <a:ext cx="3886200" cy="707209"/>
          </a:xfrm>
          <a:prstGeom prst="rect">
            <a:avLst/>
          </a:prstGeom>
        </p:spPr>
      </p:pic>
      <p:pic>
        <p:nvPicPr>
          <p:cNvPr id="5" name="Image 3" descr="/tmp/rasterized-gradient-33931f8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" y="2645425"/>
            <a:ext cx="3886200" cy="843250"/>
          </a:xfrm>
          <a:prstGeom prst="rect">
            <a:avLst/>
          </a:prstGeom>
        </p:spPr>
      </p:pic>
      <p:pic>
        <p:nvPicPr>
          <p:cNvPr id="6" name="Image 4" descr="/tmp/rasterized-gradient-4430f42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670066"/>
            <a:ext cx="3886200" cy="77516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076700" y="1554510"/>
            <a:ext cx="4780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8</a:t>
            </a:r>
            <a:endParaRPr lang="en-US" sz="1050" dirty="0"/>
          </a:p>
        </p:txBody>
      </p:sp>
      <p:sp>
        <p:nvSpPr>
          <p:cNvPr id="8" name="Text 1"/>
          <p:cNvSpPr/>
          <p:nvPr/>
        </p:nvSpPr>
        <p:spPr>
          <a:xfrm>
            <a:off x="4076700" y="2034480"/>
            <a:ext cx="239972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Computing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4076700" y="2598241"/>
            <a:ext cx="4780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invisibility</a:t>
            </a:r>
            <a:endParaRPr lang="en-US" sz="1125" dirty="0"/>
          </a:p>
        </p:txBody>
      </p:sp>
      <p:sp>
        <p:nvSpPr>
          <p:cNvPr id="10" name="Text 3"/>
          <p:cNvSpPr/>
          <p:nvPr/>
        </p:nvSpPr>
        <p:spPr>
          <a:xfrm>
            <a:off x="4076700" y="3131641"/>
            <a:ext cx="4780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technology fade into the background, with sensors and AI anticipating our needs without direct commands?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3ef2c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81000"/>
            <a:ext cx="3238500" cy="4381500"/>
          </a:xfrm>
          <a:prstGeom prst="rect">
            <a:avLst/>
          </a:prstGeom>
        </p:spPr>
      </p:pic>
      <p:pic>
        <p:nvPicPr>
          <p:cNvPr id="3" name="Image 1" descr="/tmp/rasterized-svg-046a74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3238500" cy="438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76700" y="1554510"/>
            <a:ext cx="4780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9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4076700" y="2034480"/>
            <a:ext cx="341014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Hyper-Personalization at Scale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076700" y="2598241"/>
            <a:ext cx="4780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relevance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4076700" y="3131641"/>
            <a:ext cx="4780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AI deliver truly individual experiences in education, e-commerce, and entertainment without crossing privacy boundaries?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Trends for 2026 - Slide Master</dc:title>
  <dc:subject>Design System Slide Layouts</dc:subject>
  <dc:creator>Trends 2026 Design System</dc:creator>
  <cp:lastModifiedBy>Trends 2026 Design System</cp:lastModifiedBy>
  <cp:revision>1</cp:revision>
  <dcterms:created xsi:type="dcterms:W3CDTF">2025-11-02T20:47:59Z</dcterms:created>
  <dcterms:modified xsi:type="dcterms:W3CDTF">2025-11-02T20:47:59Z</dcterms:modified>
</cp:coreProperties>
</file>